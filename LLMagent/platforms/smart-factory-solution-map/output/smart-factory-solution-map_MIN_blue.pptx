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577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스마트팩토리 솔루션 맵 — 최소 완성본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AF2FF"/>
                </a:solidFill>
              </a:defRPr>
            </a:pPr>
            <a:r>
              <a:t>8개 그룹(HD현대/두산/현대차그룹/삼성/LG/SK/포스코/LS그룹) | 출처 기반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HD현대 — 최소 완성본 (A/B 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A. 파트너 카테고리(출처 있는 것만)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B. 밸류체인(출처 있는 것만)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Sources: www.yna.co.kr/view/AKR20231220068100003 | www.newswire.co.kr/newsRead.php?no=1011496 | www.sidae.com/article/2026011315094821248 | www.industrynews.co.kr/news/articleView.html?idxno=36546 | www.hd.com/kr/business/machine/hyundai-robotics/contents | www.industrynews.co.kr/news/articleView.html?idxno=53088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두산 — 최소 완성본 (A/B 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A. 파트너 카테고리(출처 있는 것만)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B. 밸류체인(출처 있는 것만)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Sources: www.doosan.com/en/media-center/press-release_view?id=20172202 | www.mk.co.kr/news/special-edition/11019049 | www.doosan.com/en/intro/technology-innovation | www.doosandigitalinnovation.com/en/intro/history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현대차그룹 — 최소 완성본 (A/B 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A. 파트너 카테고리(출처 있는 것만)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B. 밸류체인(출처 있는 것만)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Sources: www.hyundaimotorgroup.com/ko/story/CONT0000000000122310 | www.hyundai-autoever.com/kor/business-area/digital-transformation/smart-factory/contents.do?cntnSeq=352 | www.hyundai-autoever.com/eng/business-area/digital-transformation/smart-factory/contents.do?cntnSeq=372 | www.hyundai.com/worldwide/en/newsroom/detail/hyundai-motor-group-announces-nvidia-blackwell-ai-factory-to-power-fleet-of-ai-driven-mobility-solutions-0000001041 | www.hyundai.com/worldwide/en/newsroom/detail/hyundai-motor-and-unity-partner-to-build-meta-factory-accelerating-intelligent-manufacturing-innovation-0000000014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삼성 — 최소 완성본 (A/B 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A. 파트너 카테고리(출처 있는 것만)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B. 밸류체인(출처 있는 것만)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Sources: www.samsungsds.com/en/manufacturing/manufacturing.html | www.samsungsds.com/kr/mes/nexplant-mes.html | www.samsungsds.com/en/news/1241007_5252.html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LG — 최소 완성본 (A/B 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A. 파트너 카테고리(출처 있는 것만)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B. 밸류체인(출처 있는 것만)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Sources: lgcorp.com/media/release/24625 | live.lge.co.kr/lg-wef-lighthousefactory | lg.co.kr/media/release/27907 | www.lgcns.com/en/service/smart-factory/manufacturing-execution-management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SK — 최소 완성본 (A/B 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A. 파트너 카테고리(출처 있는 것만)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B. 밸류체인(출처 있는 것만)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Sources: eng.sk.com/news/sk-accelerates-ai-transformation-in-manufacturing-with-ai-factory-powered-by-nvidia | www.skax.co.kr/manufacturing | www.skax.co.kr/en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포스코 — 최소 완성본 (A/B 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A. 파트너 카테고리(출처 있는 것만)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B. 밸류체인(출처 있는 것만)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Sources: newsroom.posco.com/en/posco-named-lighthouse-factory-by-world-economic-forum | www.poscodx.com/kor/business/smartFactory | newsroom.posco.com/kr/%EB%93%B1%EB%8C%80%EA%B3%B5%EC%9E%A5-%ED%8A%B9%EC%A7%91-2-%EC%82%AC%EB%A1%80%ED%8E%B8 | www.poscodx.com/eng/business/smartFactory | www.poscodx.com/eng/pr/newsRoomView.do?num=7080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LS그룹 — 최소 완성본 (A/B 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A. 파트너 카테고리(출처 있는 것만)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914400"/>
            <a:ext cx="5272887" cy="5486400"/>
          </a:xfrm>
          <a:prstGeom prst="rect">
            <a:avLst/>
          </a:prstGeom>
          <a:solidFill>
            <a:srgbClr val="EAF2FF"/>
          </a:solidFill>
          <a:ln>
            <a:solidFill>
              <a:srgbClr val="1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1097280"/>
            <a:ext cx="47242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B1B4D"/>
                </a:solidFill>
              </a:defRPr>
            </a:pPr>
            <a:r>
              <a:t>B. 밸류체인(출처 있는 것만)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1554480"/>
            <a:ext cx="47242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</a:defRPr>
            </a:pPr>
            <a:r>
              <a:t>(출처 확보 중)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Sources: www3.weforum.org/docs/WEF_Global_Lighthouse_Network_Unlocking_Sustainability_Through_4IR.pdf | www.lsholdings.com/ko/media/news/385a523443424b4f5556485338745a73366346453871474d547866346b57776f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