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Lit. Search, Official Sites, Press Releases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E1E1E"/>
                </a:solidFill>
                <a:latin typeface="Malgun Gothic"/>
              </a:rPr>
              <a:t>Smart Factory Solution Map (Draft)</a:t>
            </a:r>
          </a:p>
          <a:p>
            <a:r>
              <a:rPr sz="1600" b="0">
                <a:solidFill>
                  <a:srgbClr val="6E6E6E"/>
                </a:solidFill>
                <a:latin typeface="Malgun Gothic"/>
              </a:rPr>
              <a:t>대상: SK / 삼성 / LG / 포스코 / 현대자동차그룹 / HD현대 / 두산그룹 / LS그룹
원칙: 출처 없는 내용은 작성하지 않음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작성 원칙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팩트만 작성 (출처 필수)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불확실/상충 정보는 제외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[추정]은 근거 출처가 있을 때만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PPT에는 요약, MD에는 상세 기록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LLMagent/platforms/smart-factory-solution-map/README.md (2026-02-06 UTC)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SK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SK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platforms/smart-factory-solution-map/sources/SK.md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SK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SK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SK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SK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platforms/smart-factory-solution-map/sources/SK.md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platforms/smart-factory-solution-map/sources/SK.md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8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삼성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삼성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platforms/smart-factory-solution-map/sources/삼성.md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삼성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삼성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삼성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삼성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platforms/smart-factory-solution-map/sources/삼성.md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platforms/smart-factory-solution-map/sources/삼성.md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LG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LG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platforms/smart-factory-solution-map/sources/LG.md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LG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15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LG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LG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17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LG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platforms/smart-factory-solution-map/sources/LG.md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platforms/smart-factory-solution-map/sources/LG.md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18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포스코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포스코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platforms/smart-factory-solution-map/sources/포스코.md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19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포스코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포스코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21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포스코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포스코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platforms/smart-factory-solution-map/sources/포스코.md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platforms/smart-factory-solution-map/sources/포스코.md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현대자동차그룹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현대자동차그룹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platforms/smart-factory-solution-map/sources/현대자동차그룹.md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24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현대자동차그룹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25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현대자동차그룹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현대자동차그룹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27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현대자동차그룹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platforms/smart-factory-solution-map/sources/현대자동차그룹.md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platforms/smart-factory-solution-map/sources/현대자동차그룹.md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28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HD현대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HD현대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platforms/smart-factory-solution-map/sources/HD현대.md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29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HD현대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HD현대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31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HD현대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HD현대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platforms/smart-factory-solution-map/sources/HD현대.md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platforms/smart-factory-solution-map/sources/HD현대.md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두산그룹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두산그룹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platforms/smart-factory-solution-map/sources/두산그룹.md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34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두산그룹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35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두산그룹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두산그룹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37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두산그룹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platforms/smart-factory-solution-map/sources/두산그룹.md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platforms/smart-factory-solution-map/sources/두산그룹.md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38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LS그룹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LS그룹 |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그룹별 스마트팩토리/제조DX 방향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(요약 작성 중) 대표 계열사/플랫폼/거점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platforms/smart-factory-solution-map/sources/LS그룹.md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39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LS그룹 | 외부 생태계 맵 A (파트너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클라우드/인프라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산업 SW (MES/PLM/APS)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데이터/AI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OT/보안 파트너: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기타(통신/5G/Edge 등):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40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LS그룹 | 외부 생태계 맵 B (밸류체인)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수집(센서/PLC/SCADA):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데이터 파이프라인/저장: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분석/AI(MLOps 포함):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실행/제어(현장 적용):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업무/운영(MES/품질/설비/에너지):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가상화(디지털트윈/시뮬):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보안/거버넌스: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41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LS그룹 | 솔루션/역량 맵 (요약)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MES/PLM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IIoT/설비데이터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AI/분석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로봇/자동화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머신비전/검사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디지털트윈/시뮬레이션</a:t>
            </a:r>
          </a:p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보안/OT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Source: Official sites / Press releases (verify per bullet)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182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Malgun Gothic"/>
              </a:rPr>
              <a:t>42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Malgun Gothic"/>
              </a:rPr>
              <a:t>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73152" cy="3383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1E1E"/>
                </a:solidFill>
                <a:latin typeface="Malgun Gothic"/>
              </a:rPr>
              <a:t>LS그룹 |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5989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1E1E1E"/>
                </a:solidFill>
                <a:latin typeface="Malgun Gothic"/>
              </a:rPr>
              <a:t>(작성 중) platforms/smart-factory-solution-map/sources/LS그룹.md 참고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486400"/>
            <a:ext cx="5989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E6E6E"/>
                </a:solidFill>
                <a:latin typeface="Malgun Gothic"/>
              </a:rPr>
              <a:t>Sources:</a:t>
            </a:r>
          </a:p>
          <a:p>
            <a:r>
              <a:rPr sz="900" b="0">
                <a:solidFill>
                  <a:srgbClr val="6E6E6E"/>
                </a:solidFill>
                <a:latin typeface="Malgun Gothic"/>
              </a:rPr>
              <a:t>- platforms/smart-factory-solution-map/sources/LS그룹.md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